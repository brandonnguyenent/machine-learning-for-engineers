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2" r:id="rId4"/>
    <p:sldMasterId id="214748371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embeddedFontLst>
    <p:embeddedFont>
      <p:font typeface="Newsreader"/>
      <p:regular r:id="rId12"/>
      <p:bold r:id="rId13"/>
      <p:italic r:id="rId14"/>
      <p:boldItalic r:id="rId15"/>
    </p:embeddedFont>
    <p:embeddedFont>
      <p:font typeface="DM Sans Light"/>
      <p:regular r:id="rId16"/>
      <p:bold r:id="rId17"/>
      <p:italic r:id="rId18"/>
      <p:boldItalic r:id="rId19"/>
    </p:embeddedFont>
    <p:embeddedFont>
      <p:font typeface="DM Sans SemiBold"/>
      <p:regular r:id="rId20"/>
      <p:bold r:id="rId21"/>
      <p:italic r:id="rId22"/>
      <p:boldItalic r:id="rId23"/>
    </p:embeddedFont>
    <p:embeddedFont>
      <p:font typeface="DM Sans"/>
      <p:regular r:id="rId24"/>
      <p:bold r:id="rId25"/>
      <p:italic r:id="rId26"/>
      <p:boldItalic r:id="rId27"/>
    </p:embeddedFont>
    <p:embeddedFont>
      <p:font typeface="Newsreader SemiBold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NewsreaderSemiBold-boldItalic.fntdata"/><Relationship Id="rId30" Type="http://schemas.openxmlformats.org/officeDocument/2006/relationships/font" Target="fonts/NewsreaderSemiBold-italic.fntdata"/><Relationship Id="rId20" Type="http://schemas.openxmlformats.org/officeDocument/2006/relationships/font" Target="fonts/DMSansSemiBold-regular.fntdata"/><Relationship Id="rId22" Type="http://schemas.openxmlformats.org/officeDocument/2006/relationships/font" Target="fonts/DMSansSemiBold-italic.fntdata"/><Relationship Id="rId21" Type="http://schemas.openxmlformats.org/officeDocument/2006/relationships/font" Target="fonts/DMSansSemiBold-bold.fntdata"/><Relationship Id="rId24" Type="http://schemas.openxmlformats.org/officeDocument/2006/relationships/font" Target="fonts/DMSans-regular.fntdata"/><Relationship Id="rId23" Type="http://schemas.openxmlformats.org/officeDocument/2006/relationships/font" Target="fonts/DMSansSemiBold-boldItalic.fntdata"/><Relationship Id="rId26" Type="http://schemas.openxmlformats.org/officeDocument/2006/relationships/font" Target="fonts/DMSans-italic.fntdata"/><Relationship Id="rId25" Type="http://schemas.openxmlformats.org/officeDocument/2006/relationships/font" Target="fonts/DMSans-bold.fntdata"/><Relationship Id="rId28" Type="http://schemas.openxmlformats.org/officeDocument/2006/relationships/font" Target="fonts/NewsreaderSemiBold-regular.fntdata"/><Relationship Id="rId27" Type="http://schemas.openxmlformats.org/officeDocument/2006/relationships/font" Target="fonts/DMSans-boldItalic.fntdata"/><Relationship Id="rId29" Type="http://schemas.openxmlformats.org/officeDocument/2006/relationships/font" Target="fonts/NewsreaderSemiBold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Newsreader-bold.fntdata"/><Relationship Id="rId12" Type="http://schemas.openxmlformats.org/officeDocument/2006/relationships/font" Target="fonts/Newsreader-regular.fntdata"/><Relationship Id="rId15" Type="http://schemas.openxmlformats.org/officeDocument/2006/relationships/font" Target="fonts/Newsreader-boldItalic.fntdata"/><Relationship Id="rId14" Type="http://schemas.openxmlformats.org/officeDocument/2006/relationships/font" Target="fonts/Newsreader-italic.fntdata"/><Relationship Id="rId17" Type="http://schemas.openxmlformats.org/officeDocument/2006/relationships/font" Target="fonts/DMSansLight-bold.fntdata"/><Relationship Id="rId16" Type="http://schemas.openxmlformats.org/officeDocument/2006/relationships/font" Target="fonts/DMSansLight-regular.fntdata"/><Relationship Id="rId19" Type="http://schemas.openxmlformats.org/officeDocument/2006/relationships/font" Target="fonts/DMSansLight-boldItalic.fntdata"/><Relationship Id="rId18" Type="http://schemas.openxmlformats.org/officeDocument/2006/relationships/font" Target="fonts/DMSansLight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7d3116459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7d3116459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834efdd9f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3834efdd9f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834efdd9f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3834efdd9f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834efdd9f9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3834efdd9f9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834efdd9f9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3834efdd9f9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BLANK_1_1_1_1_3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2" name="Google Shape;62;p15"/>
          <p:cNvSpPr txBox="1"/>
          <p:nvPr>
            <p:ph idx="2" type="subTitle"/>
          </p:nvPr>
        </p:nvSpPr>
        <p:spPr>
          <a:xfrm>
            <a:off x="362125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3" type="subTitle"/>
          </p:nvPr>
        </p:nvSpPr>
        <p:spPr>
          <a:xfrm>
            <a:off x="3154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4" type="subTitle"/>
          </p:nvPr>
        </p:nvSpPr>
        <p:spPr>
          <a:xfrm>
            <a:off x="6216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5" type="subTitle"/>
          </p:nvPr>
        </p:nvSpPr>
        <p:spPr>
          <a:xfrm>
            <a:off x="362125" y="2206700"/>
            <a:ext cx="2575800" cy="12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eyebrow ">
  <p:cSld name="BLANK_1_1_1_1_2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6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69" name="Google Shape;69;p16"/>
          <p:cNvSpPr txBox="1"/>
          <p:nvPr>
            <p:ph idx="1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BLANK_1_1_1_1_1_1_1_1_1_1_1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 txBox="1"/>
          <p:nvPr>
            <p:ph idx="1" type="subTitle"/>
          </p:nvPr>
        </p:nvSpPr>
        <p:spPr>
          <a:xfrm>
            <a:off x="3619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3" name="Google Shape;73;p17"/>
          <p:cNvSpPr txBox="1"/>
          <p:nvPr>
            <p:ph type="title"/>
          </p:nvPr>
        </p:nvSpPr>
        <p:spPr>
          <a:xfrm>
            <a:off x="361975" y="962100"/>
            <a:ext cx="4163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" name="Google Shape;75;p17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6" name="Google Shape;76;p17"/>
          <p:cNvSpPr txBox="1"/>
          <p:nvPr>
            <p:ph idx="3" type="subTitle"/>
          </p:nvPr>
        </p:nvSpPr>
        <p:spPr>
          <a:xfrm>
            <a:off x="49096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7" name="Google Shape;77;p17"/>
          <p:cNvSpPr txBox="1"/>
          <p:nvPr>
            <p:ph idx="4" type="subTitle"/>
          </p:nvPr>
        </p:nvSpPr>
        <p:spPr>
          <a:xfrm>
            <a:off x="3619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8" name="Google Shape;78;p17"/>
          <p:cNvSpPr txBox="1"/>
          <p:nvPr>
            <p:ph idx="5" type="subTitle"/>
          </p:nvPr>
        </p:nvSpPr>
        <p:spPr>
          <a:xfrm>
            <a:off x="49096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17"/>
          <p:cNvSpPr txBox="1"/>
          <p:nvPr>
            <p:ph idx="6" type="subTitle"/>
          </p:nvPr>
        </p:nvSpPr>
        <p:spPr>
          <a:xfrm>
            <a:off x="3619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17"/>
          <p:cNvSpPr txBox="1"/>
          <p:nvPr>
            <p:ph idx="7" type="subTitle"/>
          </p:nvPr>
        </p:nvSpPr>
        <p:spPr>
          <a:xfrm>
            <a:off x="49096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">
  <p:cSld name="BLANK_1_1_1_1_1_1_1_1_1_1_1_1_1_1_2">
    <p:bg>
      <p:bgPr>
        <a:solidFill>
          <a:schemeClr val="accent6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u="sng"/>
          </a:p>
        </p:txBody>
      </p:sp>
      <p:sp>
        <p:nvSpPr>
          <p:cNvPr id="83" name="Google Shape;83;p1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85" name="Google Shape;85;p18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7" name="Google Shape;87;p18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8" name="Google Shape;88;p18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" name="Google Shape;89;p18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0" name="Google Shape;90;p18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91" name="Google Shape;91;p18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 - Alt 1">
  <p:cSld name="BLANK_1_1_1_1_1_1_1_1_1_1_1_1_1_1_2_2">
    <p:bg>
      <p:bgPr>
        <a:solidFill>
          <a:schemeClr val="accent6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2" type="body"/>
          </p:nvPr>
        </p:nvSpPr>
        <p:spPr>
          <a:xfrm>
            <a:off x="4845475" y="99868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95" name="Google Shape;95;p19"/>
          <p:cNvSpPr txBox="1"/>
          <p:nvPr>
            <p:ph idx="3" type="subTitle"/>
          </p:nvPr>
        </p:nvSpPr>
        <p:spPr>
          <a:xfrm>
            <a:off x="4845475" y="66604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6" name="Google Shape;96;p19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7" name="Google Shape;97;p19"/>
          <p:cNvSpPr txBox="1"/>
          <p:nvPr>
            <p:ph idx="4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9"/>
          <p:cNvSpPr txBox="1"/>
          <p:nvPr>
            <p:ph idx="5" type="body"/>
          </p:nvPr>
        </p:nvSpPr>
        <p:spPr>
          <a:xfrm>
            <a:off x="4845475" y="392743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9" name="Google Shape;99;p19"/>
          <p:cNvSpPr txBox="1"/>
          <p:nvPr>
            <p:ph idx="6" type="subTitle"/>
          </p:nvPr>
        </p:nvSpPr>
        <p:spPr>
          <a:xfrm>
            <a:off x="4845475" y="359479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0" name="Google Shape;100;p19"/>
          <p:cNvSpPr txBox="1"/>
          <p:nvPr>
            <p:ph idx="7" type="body"/>
          </p:nvPr>
        </p:nvSpPr>
        <p:spPr>
          <a:xfrm>
            <a:off x="4845475" y="2431037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19"/>
          <p:cNvSpPr txBox="1"/>
          <p:nvPr>
            <p:ph idx="8" type="subTitle"/>
          </p:nvPr>
        </p:nvSpPr>
        <p:spPr>
          <a:xfrm>
            <a:off x="4845475" y="2098390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2" name="Google Shape;102;p19"/>
          <p:cNvSpPr txBox="1"/>
          <p:nvPr>
            <p:ph idx="9" type="body"/>
          </p:nvPr>
        </p:nvSpPr>
        <p:spPr>
          <a:xfrm>
            <a:off x="356100" y="3243900"/>
            <a:ext cx="2798700" cy="133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Dark">
  <p:cSld name="BLANK_1_1_1_1_1_1_1_1_1_1_1_1_1_1_2_1"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20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6" name="Google Shape;106;p20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07" name="Google Shape;107;p20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8" name="Google Shape;108;p20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20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0" name="Google Shape;110;p20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11" name="Google Shape;111;p20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2" name="Google Shape;112;p20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3" name="Google Shape;113;p20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four big ideas">
  <p:cSld name="BLANK_1_1_1_1_1_1_1_1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2610420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16" name="Google Shape;116;p21"/>
          <p:cNvSpPr txBox="1"/>
          <p:nvPr>
            <p:ph idx="2" type="subTitle"/>
          </p:nvPr>
        </p:nvSpPr>
        <p:spPr>
          <a:xfrm>
            <a:off x="2610418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7" name="Google Shape;117;p2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1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9" name="Google Shape;119;p21"/>
          <p:cNvSpPr txBox="1"/>
          <p:nvPr>
            <p:ph idx="4" type="body"/>
          </p:nvPr>
        </p:nvSpPr>
        <p:spPr>
          <a:xfrm>
            <a:off x="4889772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0" name="Google Shape;120;p21"/>
          <p:cNvSpPr txBox="1"/>
          <p:nvPr>
            <p:ph idx="5" type="subTitle"/>
          </p:nvPr>
        </p:nvSpPr>
        <p:spPr>
          <a:xfrm>
            <a:off x="48897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1" name="Google Shape;121;p21"/>
          <p:cNvSpPr txBox="1"/>
          <p:nvPr>
            <p:ph idx="6" type="body"/>
          </p:nvPr>
        </p:nvSpPr>
        <p:spPr>
          <a:xfrm>
            <a:off x="713087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22" name="Google Shape;122;p21"/>
          <p:cNvSpPr txBox="1"/>
          <p:nvPr>
            <p:ph idx="7" type="subTitle"/>
          </p:nvPr>
        </p:nvSpPr>
        <p:spPr>
          <a:xfrm>
            <a:off x="71308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3" name="Google Shape;123;p21"/>
          <p:cNvSpPr txBox="1"/>
          <p:nvPr>
            <p:ph idx="8" type="body"/>
          </p:nvPr>
        </p:nvSpPr>
        <p:spPr>
          <a:xfrm>
            <a:off x="36052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4" name="Google Shape;124;p21"/>
          <p:cNvSpPr txBox="1"/>
          <p:nvPr>
            <p:ph idx="9" type="subTitle"/>
          </p:nvPr>
        </p:nvSpPr>
        <p:spPr>
          <a:xfrm>
            <a:off x="360533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5" name="Google Shape;125;p21"/>
          <p:cNvSpPr txBox="1"/>
          <p:nvPr>
            <p:ph idx="1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6" name="Google Shape;126;p21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big ideas">
  <p:cSld name="BLANK_1_1_1_1_1_1_1_1_1_1_1_1_1_1_1_3">
    <p:bg>
      <p:bgPr>
        <a:solidFill>
          <a:schemeClr val="accent2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2"/>
          <p:cNvSpPr txBox="1"/>
          <p:nvPr>
            <p:ph idx="2" type="body"/>
          </p:nvPr>
        </p:nvSpPr>
        <p:spPr>
          <a:xfrm>
            <a:off x="3619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1" name="Google Shape;131;p22"/>
          <p:cNvSpPr txBox="1"/>
          <p:nvPr>
            <p:ph idx="3" type="subTitle"/>
          </p:nvPr>
        </p:nvSpPr>
        <p:spPr>
          <a:xfrm>
            <a:off x="3619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2" name="Google Shape;132;p22"/>
          <p:cNvSpPr txBox="1"/>
          <p:nvPr>
            <p:ph idx="4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3" name="Google Shape;133;p22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34" name="Google Shape;134;p22"/>
          <p:cNvSpPr txBox="1"/>
          <p:nvPr>
            <p:ph idx="5" type="subTitle"/>
          </p:nvPr>
        </p:nvSpPr>
        <p:spPr>
          <a:xfrm>
            <a:off x="73192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5" name="Google Shape;135;p22"/>
          <p:cNvSpPr txBox="1"/>
          <p:nvPr>
            <p:ph idx="6" type="body"/>
          </p:nvPr>
        </p:nvSpPr>
        <p:spPr>
          <a:xfrm>
            <a:off x="210130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6" name="Google Shape;136;p22"/>
          <p:cNvSpPr txBox="1"/>
          <p:nvPr>
            <p:ph idx="7" type="body"/>
          </p:nvPr>
        </p:nvSpPr>
        <p:spPr>
          <a:xfrm>
            <a:off x="384062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7" name="Google Shape;137;p22"/>
          <p:cNvSpPr txBox="1"/>
          <p:nvPr>
            <p:ph idx="8" type="body"/>
          </p:nvPr>
        </p:nvSpPr>
        <p:spPr>
          <a:xfrm>
            <a:off x="557995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8" name="Google Shape;138;p22"/>
          <p:cNvSpPr txBox="1"/>
          <p:nvPr>
            <p:ph idx="9" type="subTitle"/>
          </p:nvPr>
        </p:nvSpPr>
        <p:spPr>
          <a:xfrm>
            <a:off x="210130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9" name="Google Shape;139;p22"/>
          <p:cNvSpPr txBox="1"/>
          <p:nvPr>
            <p:ph idx="13" type="subTitle"/>
          </p:nvPr>
        </p:nvSpPr>
        <p:spPr>
          <a:xfrm>
            <a:off x="384062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0" name="Google Shape;140;p22"/>
          <p:cNvSpPr txBox="1"/>
          <p:nvPr>
            <p:ph idx="14" type="subTitle"/>
          </p:nvPr>
        </p:nvSpPr>
        <p:spPr>
          <a:xfrm>
            <a:off x="557995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1" name="Google Shape;141;p22"/>
          <p:cNvSpPr txBox="1"/>
          <p:nvPr>
            <p:ph idx="15" type="body"/>
          </p:nvPr>
        </p:nvSpPr>
        <p:spPr>
          <a:xfrm>
            <a:off x="73192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BLANK_1_1_1_1_1_1_1_1_1_1_1_1_1_1_1_2"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p2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5" name="Google Shape;145;p23"/>
          <p:cNvSpPr txBox="1"/>
          <p:nvPr>
            <p:ph idx="2" type="body"/>
          </p:nvPr>
        </p:nvSpPr>
        <p:spPr>
          <a:xfrm>
            <a:off x="71308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6" name="Google Shape;146;p23"/>
          <p:cNvSpPr txBox="1"/>
          <p:nvPr>
            <p:ph idx="3" type="subTitle"/>
          </p:nvPr>
        </p:nvSpPr>
        <p:spPr>
          <a:xfrm>
            <a:off x="71308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7" name="Google Shape;147;p23"/>
          <p:cNvSpPr txBox="1"/>
          <p:nvPr>
            <p:ph idx="4" type="subTitle"/>
          </p:nvPr>
        </p:nvSpPr>
        <p:spPr>
          <a:xfrm>
            <a:off x="71308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8" name="Google Shape;148;p23"/>
          <p:cNvSpPr txBox="1"/>
          <p:nvPr>
            <p:ph idx="5" type="body"/>
          </p:nvPr>
        </p:nvSpPr>
        <p:spPr>
          <a:xfrm>
            <a:off x="4892138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9" name="Google Shape;149;p23"/>
          <p:cNvSpPr txBox="1"/>
          <p:nvPr>
            <p:ph idx="6" type="subTitle"/>
          </p:nvPr>
        </p:nvSpPr>
        <p:spPr>
          <a:xfrm>
            <a:off x="4892138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0" name="Google Shape;150;p23"/>
          <p:cNvSpPr txBox="1"/>
          <p:nvPr>
            <p:ph idx="7" type="subTitle"/>
          </p:nvPr>
        </p:nvSpPr>
        <p:spPr>
          <a:xfrm>
            <a:off x="4892138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1" name="Google Shape;151;p23"/>
          <p:cNvSpPr txBox="1"/>
          <p:nvPr>
            <p:ph idx="8" type="body"/>
          </p:nvPr>
        </p:nvSpPr>
        <p:spPr>
          <a:xfrm>
            <a:off x="2607050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2" name="Google Shape;152;p23"/>
          <p:cNvSpPr txBox="1"/>
          <p:nvPr>
            <p:ph idx="9" type="subTitle"/>
          </p:nvPr>
        </p:nvSpPr>
        <p:spPr>
          <a:xfrm>
            <a:off x="2607050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3" name="Google Shape;153;p23"/>
          <p:cNvSpPr txBox="1"/>
          <p:nvPr>
            <p:ph idx="13" type="subTitle"/>
          </p:nvPr>
        </p:nvSpPr>
        <p:spPr>
          <a:xfrm>
            <a:off x="2607050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4" name="Google Shape;154;p23"/>
          <p:cNvSpPr txBox="1"/>
          <p:nvPr>
            <p:ph idx="14" type="body"/>
          </p:nvPr>
        </p:nvSpPr>
        <p:spPr>
          <a:xfrm>
            <a:off x="3619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5" name="Google Shape;155;p23"/>
          <p:cNvSpPr txBox="1"/>
          <p:nvPr>
            <p:ph idx="15" type="subTitle"/>
          </p:nvPr>
        </p:nvSpPr>
        <p:spPr>
          <a:xfrm>
            <a:off x="3619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6" name="Google Shape;156;p23"/>
          <p:cNvSpPr txBox="1"/>
          <p:nvPr>
            <p:ph idx="16" type="subTitle"/>
          </p:nvPr>
        </p:nvSpPr>
        <p:spPr>
          <a:xfrm>
            <a:off x="3619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7" name="Google Shape;157;p23"/>
          <p:cNvSpPr txBox="1"/>
          <p:nvPr>
            <p:ph idx="17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8" name="Google Shape;158;p23"/>
          <p:cNvSpPr txBox="1"/>
          <p:nvPr>
            <p:ph type="title"/>
          </p:nvPr>
        </p:nvSpPr>
        <p:spPr>
          <a:xfrm>
            <a:off x="1406600" y="988557"/>
            <a:ext cx="6330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USTOM_7_1_1_1_1_1_1_1_1_1_1_1_1_1_1_1_1">
    <p:bg>
      <p:bgPr>
        <a:solidFill>
          <a:schemeClr val="lt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/>
          <p:nvPr>
            <p:ph idx="2" type="pic"/>
          </p:nvPr>
        </p:nvSpPr>
        <p:spPr>
          <a:xfrm>
            <a:off x="4587725" y="-8750"/>
            <a:ext cx="4572000" cy="5152200"/>
          </a:xfrm>
          <a:prstGeom prst="rect">
            <a:avLst/>
          </a:prstGeom>
          <a:noFill/>
          <a:ln>
            <a:noFill/>
          </a:ln>
        </p:spPr>
      </p:sp>
      <p:sp>
        <p:nvSpPr>
          <p:cNvPr id="161" name="Google Shape;161;p24"/>
          <p:cNvSpPr txBox="1"/>
          <p:nvPr>
            <p:ph type="title"/>
          </p:nvPr>
        </p:nvSpPr>
        <p:spPr>
          <a:xfrm>
            <a:off x="361975" y="923525"/>
            <a:ext cx="38601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2" name="Google Shape;162;p24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3" name="Google Shape;163;p24"/>
          <p:cNvSpPr txBox="1"/>
          <p:nvPr>
            <p:ph idx="3" type="body"/>
          </p:nvPr>
        </p:nvSpPr>
        <p:spPr>
          <a:xfrm>
            <a:off x="547575" y="3337797"/>
            <a:ext cx="3492600" cy="13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and Four steps">
  <p:cSld name="CUSTOM_7_1_1_1_1_1_1_1_1_1_1_1_1_1_1_1_1_1_2">
    <p:bg>
      <p:bgPr>
        <a:solidFill>
          <a:schemeClr val="lt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2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7" name="Google Shape;167;p25"/>
          <p:cNvSpPr/>
          <p:nvPr/>
        </p:nvSpPr>
        <p:spPr>
          <a:xfrm>
            <a:off x="50" y="2785800"/>
            <a:ext cx="2294400" cy="23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8" name="Google Shape;168;p25"/>
          <p:cNvSpPr/>
          <p:nvPr/>
        </p:nvSpPr>
        <p:spPr>
          <a:xfrm>
            <a:off x="2286125" y="2068875"/>
            <a:ext cx="2294400" cy="3074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9" name="Google Shape;169;p25"/>
          <p:cNvSpPr/>
          <p:nvPr/>
        </p:nvSpPr>
        <p:spPr>
          <a:xfrm>
            <a:off x="4565475" y="1495326"/>
            <a:ext cx="2294400" cy="364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0" name="Google Shape;170;p25"/>
          <p:cNvSpPr/>
          <p:nvPr/>
        </p:nvSpPr>
        <p:spPr>
          <a:xfrm>
            <a:off x="6849550" y="732775"/>
            <a:ext cx="2294400" cy="4410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1" name="Google Shape;171;p25"/>
          <p:cNvSpPr txBox="1"/>
          <p:nvPr/>
        </p:nvSpPr>
        <p:spPr>
          <a:xfrm>
            <a:off x="375350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01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2" name="Google Shape;172;p25"/>
          <p:cNvSpPr txBox="1"/>
          <p:nvPr/>
        </p:nvSpPr>
        <p:spPr>
          <a:xfrm>
            <a:off x="26651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02</a:t>
            </a:r>
            <a:endParaRPr sz="30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3" name="Google Shape;173;p25"/>
          <p:cNvSpPr txBox="1"/>
          <p:nvPr/>
        </p:nvSpPr>
        <p:spPr>
          <a:xfrm>
            <a:off x="4937688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03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4" name="Google Shape;174;p25"/>
          <p:cNvSpPr txBox="1"/>
          <p:nvPr/>
        </p:nvSpPr>
        <p:spPr>
          <a:xfrm>
            <a:off x="72305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04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5" name="Google Shape;175;p25"/>
          <p:cNvSpPr txBox="1"/>
          <p:nvPr>
            <p:ph type="title"/>
          </p:nvPr>
        </p:nvSpPr>
        <p:spPr>
          <a:xfrm>
            <a:off x="361975" y="988782"/>
            <a:ext cx="3231600" cy="7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176" name="Google Shape;176;p25"/>
          <p:cNvSpPr txBox="1"/>
          <p:nvPr>
            <p:ph idx="2" type="subTitle"/>
          </p:nvPr>
        </p:nvSpPr>
        <p:spPr>
          <a:xfrm>
            <a:off x="382691" y="3129231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25"/>
          <p:cNvSpPr txBox="1"/>
          <p:nvPr>
            <p:ph idx="3" type="subTitle"/>
          </p:nvPr>
        </p:nvSpPr>
        <p:spPr>
          <a:xfrm>
            <a:off x="377048" y="3344302"/>
            <a:ext cx="1689600" cy="9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78" name="Google Shape;178;p25"/>
          <p:cNvSpPr txBox="1"/>
          <p:nvPr>
            <p:ph idx="4" type="subTitle"/>
          </p:nvPr>
        </p:nvSpPr>
        <p:spPr>
          <a:xfrm>
            <a:off x="2671462" y="2450249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9" name="Google Shape;179;p25"/>
          <p:cNvSpPr txBox="1"/>
          <p:nvPr>
            <p:ph idx="5" type="subTitle"/>
          </p:nvPr>
        </p:nvSpPr>
        <p:spPr>
          <a:xfrm>
            <a:off x="2665825" y="2665171"/>
            <a:ext cx="1689600" cy="14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80" name="Google Shape;180;p25"/>
          <p:cNvSpPr txBox="1"/>
          <p:nvPr>
            <p:ph idx="6" type="subTitle"/>
          </p:nvPr>
        </p:nvSpPr>
        <p:spPr>
          <a:xfrm>
            <a:off x="4943337" y="18846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25"/>
          <p:cNvSpPr txBox="1"/>
          <p:nvPr>
            <p:ph idx="7" type="subTitle"/>
          </p:nvPr>
        </p:nvSpPr>
        <p:spPr>
          <a:xfrm>
            <a:off x="4937700" y="2099593"/>
            <a:ext cx="1689600" cy="16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82" name="Google Shape;182;p25"/>
          <p:cNvSpPr txBox="1"/>
          <p:nvPr>
            <p:ph idx="8" type="subTitle"/>
          </p:nvPr>
        </p:nvSpPr>
        <p:spPr>
          <a:xfrm>
            <a:off x="7238787" y="10574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25"/>
          <p:cNvSpPr txBox="1"/>
          <p:nvPr>
            <p:ph idx="9" type="subTitle"/>
          </p:nvPr>
        </p:nvSpPr>
        <p:spPr>
          <a:xfrm>
            <a:off x="7233150" y="1272358"/>
            <a:ext cx="1689600" cy="219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Light">
  <p:cSld name="CUSTOM_7_1_1_1_1_1_1_1_1_1_1_1_1_1_1_1_1_1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6" name="Google Shape;186;p2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26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/>
            </a:lvl9pPr>
          </a:lstStyle>
          <a:p/>
        </p:txBody>
      </p:sp>
      <p:sp>
        <p:nvSpPr>
          <p:cNvPr id="188" name="Google Shape;188;p26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9" name="Google Shape;189;p26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90" name="Google Shape;190;p26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Dark">
  <p:cSld name="CUSTOM_7_1_1_1_1_1_1_1_1_1_1_1_1_1_1_1_1_1_1_1_1">
    <p:bg>
      <p:bgPr>
        <a:solidFill>
          <a:schemeClr val="lt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3" name="Google Shape;193;p2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4" name="Google Shape;194;p27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5" name="Google Shape;195;p27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96" name="Google Shape;196;p27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97" name="Google Shape;197;p27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modules">
  <p:cSld name="CUSTOM">
    <p:bg>
      <p:bgPr>
        <a:solidFill>
          <a:schemeClr val="lt1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0" name="Google Shape;200;p28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1" name="Google Shape;201;p28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2" name="Google Shape;202;p28"/>
          <p:cNvSpPr txBox="1"/>
          <p:nvPr>
            <p:ph idx="3" type="body"/>
          </p:nvPr>
        </p:nvSpPr>
        <p:spPr>
          <a:xfrm>
            <a:off x="361975" y="3256513"/>
            <a:ext cx="3860100" cy="1327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3" name="Google Shape;203;p28"/>
          <p:cNvSpPr txBox="1"/>
          <p:nvPr>
            <p:ph idx="4" type="title"/>
          </p:nvPr>
        </p:nvSpPr>
        <p:spPr>
          <a:xfrm>
            <a:off x="48008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04" name="Google Shape;204;p28"/>
          <p:cNvSpPr txBox="1"/>
          <p:nvPr>
            <p:ph idx="5" type="title"/>
          </p:nvPr>
        </p:nvSpPr>
        <p:spPr>
          <a:xfrm>
            <a:off x="70949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5" name="Google Shape;205;p28"/>
          <p:cNvSpPr txBox="1"/>
          <p:nvPr>
            <p:ph idx="6" type="title"/>
          </p:nvPr>
        </p:nvSpPr>
        <p:spPr>
          <a:xfrm>
            <a:off x="4800825" y="1698225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6" name="Google Shape;206;p28"/>
          <p:cNvSpPr txBox="1"/>
          <p:nvPr>
            <p:ph idx="7" type="body"/>
          </p:nvPr>
        </p:nvSpPr>
        <p:spPr>
          <a:xfrm>
            <a:off x="4800825" y="4122308"/>
            <a:ext cx="39759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07" name="Google Shape;207;p28"/>
          <p:cNvSpPr txBox="1"/>
          <p:nvPr>
            <p:ph idx="8" type="title"/>
          </p:nvPr>
        </p:nvSpPr>
        <p:spPr>
          <a:xfrm>
            <a:off x="4800825" y="3215225"/>
            <a:ext cx="3975900" cy="79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8" name="Google Shape;208;p28"/>
          <p:cNvSpPr txBox="1"/>
          <p:nvPr>
            <p:ph idx="9" type="body"/>
          </p:nvPr>
        </p:nvSpPr>
        <p:spPr>
          <a:xfrm>
            <a:off x="4800825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9" name="Google Shape;209;p28"/>
          <p:cNvSpPr txBox="1"/>
          <p:nvPr>
            <p:ph idx="13" type="body"/>
          </p:nvPr>
        </p:nvSpPr>
        <p:spPr>
          <a:xfrm>
            <a:off x="7115650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0" name="Google Shape;210;p28"/>
          <p:cNvSpPr txBox="1"/>
          <p:nvPr>
            <p:ph idx="14" type="body"/>
          </p:nvPr>
        </p:nvSpPr>
        <p:spPr>
          <a:xfrm>
            <a:off x="4800825" y="8601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modules">
  <p:cSld name="CUSTOM_1">
    <p:bg>
      <p:bgPr>
        <a:solidFill>
          <a:schemeClr val="lt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9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3" name="Google Shape;213;p29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4" name="Google Shape;214;p29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5" name="Google Shape;215;p29"/>
          <p:cNvSpPr txBox="1"/>
          <p:nvPr>
            <p:ph idx="3" type="body"/>
          </p:nvPr>
        </p:nvSpPr>
        <p:spPr>
          <a:xfrm>
            <a:off x="4800825" y="3665600"/>
            <a:ext cx="39759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6" name="Google Shape;216;p29"/>
          <p:cNvSpPr txBox="1"/>
          <p:nvPr>
            <p:ph idx="4" type="subTitle"/>
          </p:nvPr>
        </p:nvSpPr>
        <p:spPr>
          <a:xfrm>
            <a:off x="4800825" y="3285232"/>
            <a:ext cx="3975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7" name="Google Shape;217;p29"/>
          <p:cNvSpPr txBox="1"/>
          <p:nvPr>
            <p:ph idx="5" type="body"/>
          </p:nvPr>
        </p:nvSpPr>
        <p:spPr>
          <a:xfrm>
            <a:off x="2611802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18" name="Google Shape;218;p29"/>
          <p:cNvSpPr txBox="1"/>
          <p:nvPr>
            <p:ph idx="6" type="subTitle"/>
          </p:nvPr>
        </p:nvSpPr>
        <p:spPr>
          <a:xfrm>
            <a:off x="2611802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19" name="Google Shape;219;p29"/>
          <p:cNvSpPr txBox="1"/>
          <p:nvPr>
            <p:ph idx="7" type="body"/>
          </p:nvPr>
        </p:nvSpPr>
        <p:spPr>
          <a:xfrm>
            <a:off x="361977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0" name="Google Shape;220;p29"/>
          <p:cNvSpPr txBox="1"/>
          <p:nvPr>
            <p:ph idx="8" type="subTitle"/>
          </p:nvPr>
        </p:nvSpPr>
        <p:spPr>
          <a:xfrm>
            <a:off x="361977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1" name="Google Shape;221;p29"/>
          <p:cNvSpPr txBox="1"/>
          <p:nvPr>
            <p:ph idx="9" type="body"/>
          </p:nvPr>
        </p:nvSpPr>
        <p:spPr>
          <a:xfrm>
            <a:off x="490072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2" name="Google Shape;222;p29"/>
          <p:cNvSpPr txBox="1"/>
          <p:nvPr>
            <p:ph idx="13" type="subTitle"/>
          </p:nvPr>
        </p:nvSpPr>
        <p:spPr>
          <a:xfrm>
            <a:off x="490072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3" name="Google Shape;223;p29"/>
          <p:cNvSpPr txBox="1"/>
          <p:nvPr>
            <p:ph idx="14" type="body"/>
          </p:nvPr>
        </p:nvSpPr>
        <p:spPr>
          <a:xfrm>
            <a:off x="714917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24" name="Google Shape;224;p29"/>
          <p:cNvSpPr txBox="1"/>
          <p:nvPr>
            <p:ph idx="15" type="subTitle"/>
          </p:nvPr>
        </p:nvSpPr>
        <p:spPr>
          <a:xfrm>
            <a:off x="714917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25" name="Google Shape;225;p2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modules">
  <p:cSld name="CUSTOM_1_1">
    <p:bg>
      <p:bgPr>
        <a:solidFill>
          <a:schemeClr val="lt1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0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8" name="Google Shape;228;p30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9" name="Google Shape;229;p3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30"/>
          <p:cNvSpPr txBox="1"/>
          <p:nvPr>
            <p:ph type="title"/>
          </p:nvPr>
        </p:nvSpPr>
        <p:spPr>
          <a:xfrm>
            <a:off x="5796575" y="2351325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1" name="Google Shape;231;p30"/>
          <p:cNvSpPr txBox="1"/>
          <p:nvPr>
            <p:ph idx="3" type="title"/>
          </p:nvPr>
        </p:nvSpPr>
        <p:spPr>
          <a:xfrm>
            <a:off x="5796575" y="507450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9pPr>
          </a:lstStyle>
          <a:p/>
        </p:txBody>
      </p:sp>
      <p:sp>
        <p:nvSpPr>
          <p:cNvPr id="232" name="Google Shape;232;p30"/>
          <p:cNvSpPr txBox="1"/>
          <p:nvPr>
            <p:ph idx="4" type="subTitle"/>
          </p:nvPr>
        </p:nvSpPr>
        <p:spPr>
          <a:xfrm>
            <a:off x="5712600" y="4290612"/>
            <a:ext cx="2613300" cy="543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3" name="Google Shape;233;p30"/>
          <p:cNvSpPr txBox="1"/>
          <p:nvPr>
            <p:ph idx="5" type="subTitle"/>
          </p:nvPr>
        </p:nvSpPr>
        <p:spPr>
          <a:xfrm>
            <a:off x="5712600" y="3243901"/>
            <a:ext cx="2613300" cy="43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4" name="Google Shape;234;p30"/>
          <p:cNvSpPr txBox="1"/>
          <p:nvPr>
            <p:ph idx="6" type="subTitle"/>
          </p:nvPr>
        </p:nvSpPr>
        <p:spPr>
          <a:xfrm>
            <a:off x="5712600" y="1318375"/>
            <a:ext cx="2613300" cy="48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modules">
  <p:cSld name="CUSTOM_1_1_1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31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3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9" name="Google Shape;239;p31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1">
  <p:cSld name="CUSTOM_2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2"/>
          <p:cNvSpPr/>
          <p:nvPr>
            <p:ph idx="2" type="pic"/>
          </p:nvPr>
        </p:nvSpPr>
        <p:spPr>
          <a:xfrm>
            <a:off x="6289075" y="1793300"/>
            <a:ext cx="2853300" cy="33504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32"/>
          <p:cNvSpPr/>
          <p:nvPr/>
        </p:nvSpPr>
        <p:spPr>
          <a:xfrm>
            <a:off x="6289085" y="0"/>
            <a:ext cx="2853300" cy="17931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3" name="Google Shape;243;p32"/>
          <p:cNvSpPr txBox="1"/>
          <p:nvPr>
            <p:ph type="title"/>
          </p:nvPr>
        </p:nvSpPr>
        <p:spPr>
          <a:xfrm>
            <a:off x="361975" y="988550"/>
            <a:ext cx="5356800" cy="22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44" name="Google Shape;244;p32"/>
          <p:cNvSpPr txBox="1"/>
          <p:nvPr>
            <p:ph idx="1" type="body"/>
          </p:nvPr>
        </p:nvSpPr>
        <p:spPr>
          <a:xfrm>
            <a:off x="361975" y="3541582"/>
            <a:ext cx="3777000" cy="104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5" name="Google Shape;245;p3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32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2">
  <p:cSld name="CUSTOM_2_1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9" name="Google Shape;249;p3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33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1" name="Google Shape;251;p33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2" name="Google Shape;252;p33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53" name="Google Shape;253;p33"/>
          <p:cNvSpPr/>
          <p:nvPr>
            <p:ph idx="4" type="pic"/>
          </p:nvPr>
        </p:nvSpPr>
        <p:spPr>
          <a:xfrm>
            <a:off x="3982589" y="2427948"/>
            <a:ext cx="1179600" cy="141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3">
  <p:cSld name="CUSTOM_2_1_2">
    <p:bg>
      <p:bgPr>
        <a:solidFill>
          <a:schemeClr val="accent1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6" name="Google Shape;256;p3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34"/>
          <p:cNvSpPr txBox="1"/>
          <p:nvPr>
            <p:ph idx="2" type="subTitle"/>
          </p:nvPr>
        </p:nvSpPr>
        <p:spPr>
          <a:xfrm>
            <a:off x="315465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58" name="Google Shape;258;p34"/>
          <p:cNvSpPr txBox="1"/>
          <p:nvPr>
            <p:ph type="title"/>
          </p:nvPr>
        </p:nvSpPr>
        <p:spPr>
          <a:xfrm>
            <a:off x="3154650" y="1801500"/>
            <a:ext cx="5622000" cy="2832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259" name="Google Shape;259;p34"/>
          <p:cNvSpPr/>
          <p:nvPr>
            <p:ph idx="3" type="pic"/>
          </p:nvPr>
        </p:nvSpPr>
        <p:spPr>
          <a:xfrm>
            <a:off x="361975" y="1066100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header">
  <p:cSld name="CUSTOM_2_1_2_1_2">
    <p:bg>
      <p:bgPr>
        <a:solidFill>
          <a:schemeClr val="lt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5"/>
          <p:cNvSpPr/>
          <p:nvPr>
            <p:ph idx="2" type="pic"/>
          </p:nvPr>
        </p:nvSpPr>
        <p:spPr>
          <a:xfrm>
            <a:off x="361975" y="781775"/>
            <a:ext cx="2872800" cy="3783300"/>
          </a:xfrm>
          <a:prstGeom prst="rect">
            <a:avLst/>
          </a:prstGeom>
          <a:noFill/>
          <a:ln>
            <a:noFill/>
          </a:ln>
        </p:spPr>
      </p:sp>
      <p:sp>
        <p:nvSpPr>
          <p:cNvPr id="262" name="Google Shape;262;p3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3" name="Google Shape;263;p3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4" name="Google Shape;264;p35"/>
          <p:cNvSpPr txBox="1"/>
          <p:nvPr>
            <p:ph idx="3" type="subTitle"/>
          </p:nvPr>
        </p:nvSpPr>
        <p:spPr>
          <a:xfrm>
            <a:off x="365760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65" name="Google Shape;265;p35"/>
          <p:cNvSpPr txBox="1"/>
          <p:nvPr>
            <p:ph type="title"/>
          </p:nvPr>
        </p:nvSpPr>
        <p:spPr>
          <a:xfrm>
            <a:off x="3657600" y="1555450"/>
            <a:ext cx="5622000" cy="1750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6" name="Google Shape;266;p35"/>
          <p:cNvSpPr txBox="1"/>
          <p:nvPr>
            <p:ph idx="4" type="body"/>
          </p:nvPr>
        </p:nvSpPr>
        <p:spPr>
          <a:xfrm>
            <a:off x="3657600" y="3556575"/>
            <a:ext cx="3554400" cy="1029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5">
  <p:cSld name="CUSTOM_2_1_2_1_1">
    <p:bg>
      <p:bgPr>
        <a:solidFill>
          <a:schemeClr val="accent2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reflective glass facade of a skyscraper. " id="268" name="Google Shape;268;p36"/>
          <p:cNvPicPr preferRelativeResize="0"/>
          <p:nvPr/>
        </p:nvPicPr>
        <p:blipFill rotWithShape="1">
          <a:blip r:embed="rId2">
            <a:alphaModFix amt="14000"/>
          </a:blip>
          <a:srcRect b="15604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3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0" name="Google Shape;270;p3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36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72" name="Google Shape;272;p36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3" name="Google Shape;273;p36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74" name="Google Shape;274;p36"/>
          <p:cNvSpPr/>
          <p:nvPr>
            <p:ph idx="4" type="pic"/>
          </p:nvPr>
        </p:nvSpPr>
        <p:spPr>
          <a:xfrm>
            <a:off x="3588150" y="2027104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2">
  <p:cSld name="CUSTOM_2_1_1_1">
    <p:bg>
      <p:bgPr>
        <a:solidFill>
          <a:schemeClr val="accent1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modern glass skyscraper. " id="276" name="Google Shape;276;p37"/>
          <p:cNvPicPr preferRelativeResize="0"/>
          <p:nvPr/>
        </p:nvPicPr>
        <p:blipFill rotWithShape="1">
          <a:blip r:embed="rId2">
            <a:alphaModFix amt="14000"/>
          </a:blip>
          <a:srcRect b="15604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8" name="Google Shape;278;p3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37"/>
          <p:cNvSpPr txBox="1"/>
          <p:nvPr>
            <p:ph idx="2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80" name="Google Shape;280;p37"/>
          <p:cNvSpPr txBox="1"/>
          <p:nvPr>
            <p:ph type="title"/>
          </p:nvPr>
        </p:nvSpPr>
        <p:spPr>
          <a:xfrm>
            <a:off x="1128900" y="1430400"/>
            <a:ext cx="6886200" cy="228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overview - Six modules">
  <p:cSld name="CUSTOM_3">
    <p:bg>
      <p:bgPr>
        <a:solidFill>
          <a:schemeClr val="lt1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2" name="Google Shape;282;p38"/>
          <p:cNvCxnSpPr/>
          <p:nvPr/>
        </p:nvCxnSpPr>
        <p:spPr>
          <a:xfrm>
            <a:off x="6096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38"/>
          <p:cNvCxnSpPr/>
          <p:nvPr/>
        </p:nvCxnSpPr>
        <p:spPr>
          <a:xfrm>
            <a:off x="3048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" name="Google Shape;284;p38"/>
          <p:cNvCxnSpPr/>
          <p:nvPr/>
        </p:nvCxnSpPr>
        <p:spPr>
          <a:xfrm>
            <a:off x="50" y="3174279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5" name="Google Shape;285;p38"/>
          <p:cNvSpPr txBox="1"/>
          <p:nvPr>
            <p:ph idx="1" type="subTitle"/>
          </p:nvPr>
        </p:nvSpPr>
        <p:spPr>
          <a:xfrm>
            <a:off x="363200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6" name="Google Shape;286;p38"/>
          <p:cNvSpPr txBox="1"/>
          <p:nvPr>
            <p:ph idx="2" type="subTitle"/>
          </p:nvPr>
        </p:nvSpPr>
        <p:spPr>
          <a:xfrm>
            <a:off x="361975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87" name="Google Shape;287;p3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8" name="Google Shape;288;p38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9" name="Google Shape;289;p38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0" name="Google Shape;290;p38"/>
          <p:cNvSpPr txBox="1"/>
          <p:nvPr>
            <p:ph idx="4" type="subTitle"/>
          </p:nvPr>
        </p:nvSpPr>
        <p:spPr>
          <a:xfrm>
            <a:off x="341182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1" name="Google Shape;291;p38"/>
          <p:cNvSpPr txBox="1"/>
          <p:nvPr>
            <p:ph idx="5" type="subTitle"/>
          </p:nvPr>
        </p:nvSpPr>
        <p:spPr>
          <a:xfrm>
            <a:off x="341060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2" name="Google Shape;292;p38"/>
          <p:cNvSpPr txBox="1"/>
          <p:nvPr>
            <p:ph idx="6" type="subTitle"/>
          </p:nvPr>
        </p:nvSpPr>
        <p:spPr>
          <a:xfrm>
            <a:off x="646047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3" name="Google Shape;293;p38"/>
          <p:cNvSpPr txBox="1"/>
          <p:nvPr>
            <p:ph idx="7" type="subTitle"/>
          </p:nvPr>
        </p:nvSpPr>
        <p:spPr>
          <a:xfrm>
            <a:off x="645925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4" name="Google Shape;294;p38"/>
          <p:cNvSpPr txBox="1"/>
          <p:nvPr>
            <p:ph idx="8" type="subTitle"/>
          </p:nvPr>
        </p:nvSpPr>
        <p:spPr>
          <a:xfrm>
            <a:off x="363200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5" name="Google Shape;295;p38"/>
          <p:cNvSpPr txBox="1"/>
          <p:nvPr>
            <p:ph idx="9" type="subTitle"/>
          </p:nvPr>
        </p:nvSpPr>
        <p:spPr>
          <a:xfrm>
            <a:off x="361975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6" name="Google Shape;296;p38"/>
          <p:cNvSpPr txBox="1"/>
          <p:nvPr>
            <p:ph idx="13" type="subTitle"/>
          </p:nvPr>
        </p:nvSpPr>
        <p:spPr>
          <a:xfrm>
            <a:off x="341182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7" name="Google Shape;297;p38"/>
          <p:cNvSpPr txBox="1"/>
          <p:nvPr>
            <p:ph idx="14" type="subTitle"/>
          </p:nvPr>
        </p:nvSpPr>
        <p:spPr>
          <a:xfrm>
            <a:off x="341060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8" name="Google Shape;298;p38"/>
          <p:cNvSpPr txBox="1"/>
          <p:nvPr>
            <p:ph idx="15" type="subTitle"/>
          </p:nvPr>
        </p:nvSpPr>
        <p:spPr>
          <a:xfrm>
            <a:off x="646047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9" name="Google Shape;299;p38"/>
          <p:cNvSpPr txBox="1"/>
          <p:nvPr>
            <p:ph idx="16" type="subTitle"/>
          </p:nvPr>
        </p:nvSpPr>
        <p:spPr>
          <a:xfrm>
            <a:off x="645925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1">
  <p:cSld name="CUSTOM_4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9"/>
          <p:cNvSpPr txBox="1"/>
          <p:nvPr>
            <p:ph idx="1" type="subTitle"/>
          </p:nvPr>
        </p:nvSpPr>
        <p:spPr>
          <a:xfrm>
            <a:off x="742900" y="2158550"/>
            <a:ext cx="32130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302" name="Google Shape;302;p39"/>
          <p:cNvSpPr txBox="1"/>
          <p:nvPr>
            <p:ph idx="2" type="body"/>
          </p:nvPr>
        </p:nvSpPr>
        <p:spPr>
          <a:xfrm>
            <a:off x="742900" y="2381875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03" name="Google Shape;303;p39"/>
          <p:cNvSpPr/>
          <p:nvPr>
            <p:ph idx="3" type="pic"/>
          </p:nvPr>
        </p:nvSpPr>
        <p:spPr>
          <a:xfrm>
            <a:off x="5402575" y="0"/>
            <a:ext cx="3739800" cy="31296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39"/>
          <p:cNvSpPr txBox="1"/>
          <p:nvPr>
            <p:ph type="title"/>
          </p:nvPr>
        </p:nvSpPr>
        <p:spPr>
          <a:xfrm>
            <a:off x="361975" y="988550"/>
            <a:ext cx="4297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305" name="Google Shape;305;p39"/>
          <p:cNvSpPr txBox="1"/>
          <p:nvPr>
            <p:ph idx="4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6" name="Google Shape;306;p3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7" name="Google Shape;307;p39"/>
          <p:cNvSpPr txBox="1"/>
          <p:nvPr>
            <p:ph idx="5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8" name="Google Shape;308;p39"/>
          <p:cNvSpPr txBox="1"/>
          <p:nvPr>
            <p:ph idx="6" type="subTitle"/>
          </p:nvPr>
        </p:nvSpPr>
        <p:spPr>
          <a:xfrm>
            <a:off x="5785175" y="3335324"/>
            <a:ext cx="299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09" name="Google Shape;309;p39"/>
          <p:cNvSpPr txBox="1"/>
          <p:nvPr>
            <p:ph idx="7" type="subTitle"/>
          </p:nvPr>
        </p:nvSpPr>
        <p:spPr>
          <a:xfrm>
            <a:off x="742900" y="3910855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310" name="Google Shape;310;p39"/>
          <p:cNvSpPr txBox="1"/>
          <p:nvPr>
            <p:ph idx="8" type="body"/>
          </p:nvPr>
        </p:nvSpPr>
        <p:spPr>
          <a:xfrm>
            <a:off x="742900" y="4134180"/>
            <a:ext cx="32130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1" name="Google Shape;311;p39"/>
          <p:cNvSpPr txBox="1"/>
          <p:nvPr>
            <p:ph idx="9" type="subTitle"/>
          </p:nvPr>
        </p:nvSpPr>
        <p:spPr>
          <a:xfrm>
            <a:off x="742900" y="3050778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312" name="Google Shape;312;p39"/>
          <p:cNvSpPr txBox="1"/>
          <p:nvPr>
            <p:ph idx="13" type="body"/>
          </p:nvPr>
        </p:nvSpPr>
        <p:spPr>
          <a:xfrm>
            <a:off x="742900" y="3274103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3" name="Google Shape;313;p39"/>
          <p:cNvSpPr txBox="1"/>
          <p:nvPr>
            <p:ph idx="14" type="body"/>
          </p:nvPr>
        </p:nvSpPr>
        <p:spPr>
          <a:xfrm>
            <a:off x="5785175" y="4134175"/>
            <a:ext cx="29916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2">
  <p:cSld name="CUSTOM_4_1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0"/>
          <p:cNvSpPr/>
          <p:nvPr>
            <p:ph idx="2" type="pic"/>
          </p:nvPr>
        </p:nvSpPr>
        <p:spPr>
          <a:xfrm>
            <a:off x="75" y="0"/>
            <a:ext cx="2853300" cy="2436600"/>
          </a:xfrm>
          <a:prstGeom prst="rect">
            <a:avLst/>
          </a:prstGeom>
          <a:noFill/>
          <a:ln>
            <a:noFill/>
          </a:ln>
        </p:spPr>
      </p:sp>
      <p:sp>
        <p:nvSpPr>
          <p:cNvPr id="316" name="Google Shape;316;p4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7" name="Google Shape;317;p40"/>
          <p:cNvSpPr txBox="1"/>
          <p:nvPr>
            <p:ph idx="1" type="subTitle"/>
          </p:nvPr>
        </p:nvSpPr>
        <p:spPr>
          <a:xfrm>
            <a:off x="361975" y="2614325"/>
            <a:ext cx="206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Four members">
  <p:cSld name="CUSTOM_5">
    <p:bg>
      <p:bgPr>
        <a:solidFill>
          <a:schemeClr val="lt1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1"/>
          <p:cNvSpPr txBox="1"/>
          <p:nvPr>
            <p:ph idx="1" type="body"/>
          </p:nvPr>
        </p:nvSpPr>
        <p:spPr>
          <a:xfrm>
            <a:off x="3528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0" name="Google Shape;320;p41"/>
          <p:cNvSpPr txBox="1"/>
          <p:nvPr>
            <p:ph idx="2" type="body"/>
          </p:nvPr>
        </p:nvSpPr>
        <p:spPr>
          <a:xfrm>
            <a:off x="7187875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1" name="Google Shape;321;p41"/>
          <p:cNvSpPr txBox="1"/>
          <p:nvPr>
            <p:ph idx="3" type="body"/>
          </p:nvPr>
        </p:nvSpPr>
        <p:spPr>
          <a:xfrm>
            <a:off x="49244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2" name="Google Shape;322;p41"/>
          <p:cNvSpPr txBox="1"/>
          <p:nvPr>
            <p:ph idx="4" type="body"/>
          </p:nvPr>
        </p:nvSpPr>
        <p:spPr>
          <a:xfrm>
            <a:off x="2643063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3" name="Google Shape;323;p41"/>
          <p:cNvSpPr/>
          <p:nvPr>
            <p:ph idx="5" type="pic"/>
          </p:nvPr>
        </p:nvSpPr>
        <p:spPr>
          <a:xfrm>
            <a:off x="2941550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324" name="Google Shape;324;p41"/>
          <p:cNvSpPr/>
          <p:nvPr>
            <p:ph idx="6" type="pic"/>
          </p:nvPr>
        </p:nvSpPr>
        <p:spPr>
          <a:xfrm>
            <a:off x="52270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325" name="Google Shape;325;p41"/>
          <p:cNvSpPr/>
          <p:nvPr>
            <p:ph idx="7" type="pic"/>
          </p:nvPr>
        </p:nvSpPr>
        <p:spPr>
          <a:xfrm>
            <a:off x="74952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326" name="Google Shape;326;p41"/>
          <p:cNvCxnSpPr/>
          <p:nvPr/>
        </p:nvCxnSpPr>
        <p:spPr>
          <a:xfrm>
            <a:off x="22861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" name="Google Shape;327;p41"/>
          <p:cNvCxnSpPr/>
          <p:nvPr/>
        </p:nvCxnSpPr>
        <p:spPr>
          <a:xfrm>
            <a:off x="45805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" name="Google Shape;328;p41"/>
          <p:cNvCxnSpPr/>
          <p:nvPr/>
        </p:nvCxnSpPr>
        <p:spPr>
          <a:xfrm>
            <a:off x="685707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9" name="Google Shape;329;p41"/>
          <p:cNvSpPr/>
          <p:nvPr>
            <p:ph idx="8" type="pic"/>
          </p:nvPr>
        </p:nvSpPr>
        <p:spPr>
          <a:xfrm>
            <a:off x="651288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330" name="Google Shape;330;p41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1" name="Google Shape;331;p4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2" name="Google Shape;332;p41"/>
          <p:cNvSpPr txBox="1"/>
          <p:nvPr>
            <p:ph idx="9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3" name="Google Shape;333;p41"/>
          <p:cNvSpPr txBox="1"/>
          <p:nvPr>
            <p:ph idx="13" type="subTitle"/>
          </p:nvPr>
        </p:nvSpPr>
        <p:spPr>
          <a:xfrm>
            <a:off x="3532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34" name="Google Shape;334;p41"/>
          <p:cNvSpPr txBox="1"/>
          <p:nvPr>
            <p:ph idx="14" type="subTitle"/>
          </p:nvPr>
        </p:nvSpPr>
        <p:spPr>
          <a:xfrm>
            <a:off x="3532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5" name="Google Shape;335;p41"/>
          <p:cNvSpPr txBox="1"/>
          <p:nvPr>
            <p:ph idx="15" type="subTitle"/>
          </p:nvPr>
        </p:nvSpPr>
        <p:spPr>
          <a:xfrm>
            <a:off x="3532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36" name="Google Shape;336;p41"/>
          <p:cNvSpPr txBox="1"/>
          <p:nvPr>
            <p:ph idx="16" type="subTitle"/>
          </p:nvPr>
        </p:nvSpPr>
        <p:spPr>
          <a:xfrm>
            <a:off x="7188325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37" name="Google Shape;337;p41"/>
          <p:cNvSpPr txBox="1"/>
          <p:nvPr>
            <p:ph idx="17" type="subTitle"/>
          </p:nvPr>
        </p:nvSpPr>
        <p:spPr>
          <a:xfrm>
            <a:off x="7188325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8" name="Google Shape;338;p41"/>
          <p:cNvSpPr txBox="1"/>
          <p:nvPr>
            <p:ph idx="18" type="subTitle"/>
          </p:nvPr>
        </p:nvSpPr>
        <p:spPr>
          <a:xfrm>
            <a:off x="7188325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39" name="Google Shape;339;p41"/>
          <p:cNvSpPr txBox="1"/>
          <p:nvPr>
            <p:ph idx="19" type="subTitle"/>
          </p:nvPr>
        </p:nvSpPr>
        <p:spPr>
          <a:xfrm>
            <a:off x="49248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40" name="Google Shape;340;p41"/>
          <p:cNvSpPr txBox="1"/>
          <p:nvPr>
            <p:ph idx="20" type="subTitle"/>
          </p:nvPr>
        </p:nvSpPr>
        <p:spPr>
          <a:xfrm>
            <a:off x="49248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1" name="Google Shape;341;p41"/>
          <p:cNvSpPr txBox="1"/>
          <p:nvPr>
            <p:ph idx="21" type="subTitle"/>
          </p:nvPr>
        </p:nvSpPr>
        <p:spPr>
          <a:xfrm>
            <a:off x="49248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2" name="Google Shape;342;p41"/>
          <p:cNvSpPr txBox="1"/>
          <p:nvPr>
            <p:ph idx="22" type="subTitle"/>
          </p:nvPr>
        </p:nvSpPr>
        <p:spPr>
          <a:xfrm>
            <a:off x="2643513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43" name="Google Shape;343;p41"/>
          <p:cNvSpPr txBox="1"/>
          <p:nvPr>
            <p:ph idx="23" type="subTitle"/>
          </p:nvPr>
        </p:nvSpPr>
        <p:spPr>
          <a:xfrm>
            <a:off x="2643513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4" name="Google Shape;344;p41"/>
          <p:cNvSpPr txBox="1"/>
          <p:nvPr>
            <p:ph idx="24" type="subTitle"/>
          </p:nvPr>
        </p:nvSpPr>
        <p:spPr>
          <a:xfrm>
            <a:off x="2643513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Eight members">
  <p:cSld name="CUSTOM_6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2"/>
          <p:cNvSpPr txBox="1"/>
          <p:nvPr>
            <p:ph idx="1" type="subTitle"/>
          </p:nvPr>
        </p:nvSpPr>
        <p:spPr>
          <a:xfrm>
            <a:off x="675060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47" name="Google Shape;347;p42"/>
          <p:cNvSpPr txBox="1"/>
          <p:nvPr>
            <p:ph idx="2" type="subTitle"/>
          </p:nvPr>
        </p:nvSpPr>
        <p:spPr>
          <a:xfrm>
            <a:off x="675060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8" name="Google Shape;348;p42"/>
          <p:cNvSpPr txBox="1"/>
          <p:nvPr>
            <p:ph idx="3" type="subTitle"/>
          </p:nvPr>
        </p:nvSpPr>
        <p:spPr>
          <a:xfrm>
            <a:off x="675060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9" name="Google Shape;349;p42"/>
          <p:cNvSpPr/>
          <p:nvPr>
            <p:ph idx="4" type="pic"/>
          </p:nvPr>
        </p:nvSpPr>
        <p:spPr>
          <a:xfrm>
            <a:off x="608070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42"/>
          <p:cNvSpPr txBox="1"/>
          <p:nvPr>
            <p:ph idx="5" type="subTitle"/>
          </p:nvPr>
        </p:nvSpPr>
        <p:spPr>
          <a:xfrm>
            <a:off x="382455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51" name="Google Shape;351;p42"/>
          <p:cNvSpPr txBox="1"/>
          <p:nvPr>
            <p:ph idx="6" type="subTitle"/>
          </p:nvPr>
        </p:nvSpPr>
        <p:spPr>
          <a:xfrm>
            <a:off x="382455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2" name="Google Shape;352;p42"/>
          <p:cNvSpPr txBox="1"/>
          <p:nvPr>
            <p:ph idx="7" type="subTitle"/>
          </p:nvPr>
        </p:nvSpPr>
        <p:spPr>
          <a:xfrm>
            <a:off x="382455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53" name="Google Shape;353;p42"/>
          <p:cNvSpPr/>
          <p:nvPr>
            <p:ph idx="8" type="pic"/>
          </p:nvPr>
        </p:nvSpPr>
        <p:spPr>
          <a:xfrm>
            <a:off x="315465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4" name="Google Shape;354;p42"/>
          <p:cNvSpPr txBox="1"/>
          <p:nvPr>
            <p:ph idx="9" type="subTitle"/>
          </p:nvPr>
        </p:nvSpPr>
        <p:spPr>
          <a:xfrm>
            <a:off x="675060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55" name="Google Shape;355;p42"/>
          <p:cNvSpPr txBox="1"/>
          <p:nvPr>
            <p:ph idx="13" type="subTitle"/>
          </p:nvPr>
        </p:nvSpPr>
        <p:spPr>
          <a:xfrm>
            <a:off x="675060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6" name="Google Shape;356;p42"/>
          <p:cNvSpPr txBox="1"/>
          <p:nvPr>
            <p:ph idx="14" type="subTitle"/>
          </p:nvPr>
        </p:nvSpPr>
        <p:spPr>
          <a:xfrm>
            <a:off x="675060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57" name="Google Shape;357;p42"/>
          <p:cNvSpPr/>
          <p:nvPr>
            <p:ph idx="15" type="pic"/>
          </p:nvPr>
        </p:nvSpPr>
        <p:spPr>
          <a:xfrm>
            <a:off x="608070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8" name="Google Shape;358;p42"/>
          <p:cNvSpPr txBox="1"/>
          <p:nvPr>
            <p:ph idx="16" type="subTitle"/>
          </p:nvPr>
        </p:nvSpPr>
        <p:spPr>
          <a:xfrm>
            <a:off x="382455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59" name="Google Shape;359;p42"/>
          <p:cNvSpPr txBox="1"/>
          <p:nvPr>
            <p:ph idx="17" type="subTitle"/>
          </p:nvPr>
        </p:nvSpPr>
        <p:spPr>
          <a:xfrm>
            <a:off x="382455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0" name="Google Shape;360;p42"/>
          <p:cNvSpPr txBox="1"/>
          <p:nvPr>
            <p:ph idx="18" type="subTitle"/>
          </p:nvPr>
        </p:nvSpPr>
        <p:spPr>
          <a:xfrm>
            <a:off x="382455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61" name="Google Shape;361;p42"/>
          <p:cNvSpPr/>
          <p:nvPr>
            <p:ph idx="19" type="pic"/>
          </p:nvPr>
        </p:nvSpPr>
        <p:spPr>
          <a:xfrm>
            <a:off x="315465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62" name="Google Shape;362;p42"/>
          <p:cNvSpPr txBox="1"/>
          <p:nvPr>
            <p:ph idx="20" type="subTitle"/>
          </p:nvPr>
        </p:nvSpPr>
        <p:spPr>
          <a:xfrm>
            <a:off x="675060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63" name="Google Shape;363;p42"/>
          <p:cNvSpPr txBox="1"/>
          <p:nvPr>
            <p:ph idx="21" type="subTitle"/>
          </p:nvPr>
        </p:nvSpPr>
        <p:spPr>
          <a:xfrm>
            <a:off x="675060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4" name="Google Shape;364;p42"/>
          <p:cNvSpPr txBox="1"/>
          <p:nvPr>
            <p:ph idx="22" type="subTitle"/>
          </p:nvPr>
        </p:nvSpPr>
        <p:spPr>
          <a:xfrm>
            <a:off x="675060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65" name="Google Shape;365;p42"/>
          <p:cNvSpPr/>
          <p:nvPr>
            <p:ph idx="23" type="pic"/>
          </p:nvPr>
        </p:nvSpPr>
        <p:spPr>
          <a:xfrm>
            <a:off x="608070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66" name="Google Shape;366;p42"/>
          <p:cNvSpPr txBox="1"/>
          <p:nvPr>
            <p:ph idx="24" type="subTitle"/>
          </p:nvPr>
        </p:nvSpPr>
        <p:spPr>
          <a:xfrm>
            <a:off x="382455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67" name="Google Shape;367;p42"/>
          <p:cNvSpPr txBox="1"/>
          <p:nvPr>
            <p:ph idx="25" type="subTitle"/>
          </p:nvPr>
        </p:nvSpPr>
        <p:spPr>
          <a:xfrm>
            <a:off x="382455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8" name="Google Shape;368;p42"/>
          <p:cNvSpPr txBox="1"/>
          <p:nvPr>
            <p:ph idx="26" type="subTitle"/>
          </p:nvPr>
        </p:nvSpPr>
        <p:spPr>
          <a:xfrm>
            <a:off x="382455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69" name="Google Shape;369;p42"/>
          <p:cNvSpPr/>
          <p:nvPr>
            <p:ph idx="27" type="pic"/>
          </p:nvPr>
        </p:nvSpPr>
        <p:spPr>
          <a:xfrm>
            <a:off x="315465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70" name="Google Shape;370;p42"/>
          <p:cNvSpPr txBox="1"/>
          <p:nvPr>
            <p:ph idx="28" type="subTitle"/>
          </p:nvPr>
        </p:nvSpPr>
        <p:spPr>
          <a:xfrm>
            <a:off x="675060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71" name="Google Shape;371;p42"/>
          <p:cNvSpPr txBox="1"/>
          <p:nvPr>
            <p:ph idx="29" type="subTitle"/>
          </p:nvPr>
        </p:nvSpPr>
        <p:spPr>
          <a:xfrm>
            <a:off x="675060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72" name="Google Shape;372;p42"/>
          <p:cNvSpPr txBox="1"/>
          <p:nvPr>
            <p:ph idx="30" type="subTitle"/>
          </p:nvPr>
        </p:nvSpPr>
        <p:spPr>
          <a:xfrm>
            <a:off x="675060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73" name="Google Shape;373;p42"/>
          <p:cNvSpPr/>
          <p:nvPr>
            <p:ph idx="31" type="pic"/>
          </p:nvPr>
        </p:nvSpPr>
        <p:spPr>
          <a:xfrm>
            <a:off x="608070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74" name="Google Shape;374;p42"/>
          <p:cNvSpPr txBox="1"/>
          <p:nvPr>
            <p:ph idx="32" type="subTitle"/>
          </p:nvPr>
        </p:nvSpPr>
        <p:spPr>
          <a:xfrm>
            <a:off x="382455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75" name="Google Shape;375;p42"/>
          <p:cNvSpPr txBox="1"/>
          <p:nvPr>
            <p:ph idx="33" type="subTitle"/>
          </p:nvPr>
        </p:nvSpPr>
        <p:spPr>
          <a:xfrm>
            <a:off x="382455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76" name="Google Shape;376;p42"/>
          <p:cNvSpPr txBox="1"/>
          <p:nvPr>
            <p:ph idx="34" type="subTitle"/>
          </p:nvPr>
        </p:nvSpPr>
        <p:spPr>
          <a:xfrm>
            <a:off x="382455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77" name="Google Shape;377;p42"/>
          <p:cNvSpPr/>
          <p:nvPr>
            <p:ph idx="35" type="pic"/>
          </p:nvPr>
        </p:nvSpPr>
        <p:spPr>
          <a:xfrm>
            <a:off x="315465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78" name="Google Shape;378;p42"/>
          <p:cNvSpPr txBox="1"/>
          <p:nvPr>
            <p:ph type="title"/>
          </p:nvPr>
        </p:nvSpPr>
        <p:spPr>
          <a:xfrm>
            <a:off x="361975" y="962100"/>
            <a:ext cx="2450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79" name="Google Shape;379;p4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0" name="Google Shape;380;p42"/>
          <p:cNvSpPr txBox="1"/>
          <p:nvPr>
            <p:ph idx="3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otlight - Alt 2">
  <p:cSld name="CUSTOM_7_1">
    <p:bg>
      <p:bgPr>
        <a:solidFill>
          <a:schemeClr val="accent2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3"/>
          <p:cNvSpPr/>
          <p:nvPr/>
        </p:nvSpPr>
        <p:spPr>
          <a:xfrm>
            <a:off x="0" y="0"/>
            <a:ext cx="45675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3" name="Google Shape;383;p43"/>
          <p:cNvSpPr txBox="1"/>
          <p:nvPr>
            <p:ph type="title"/>
          </p:nvPr>
        </p:nvSpPr>
        <p:spPr>
          <a:xfrm>
            <a:off x="4975925" y="989088"/>
            <a:ext cx="3783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84" name="Google Shape;384;p43"/>
          <p:cNvSpPr/>
          <p:nvPr>
            <p:ph idx="2" type="pic"/>
          </p:nvPr>
        </p:nvSpPr>
        <p:spPr>
          <a:xfrm flipH="1">
            <a:off x="953803" y="1066100"/>
            <a:ext cx="2664300" cy="3002700"/>
          </a:xfrm>
          <a:prstGeom prst="rect">
            <a:avLst/>
          </a:prstGeom>
          <a:noFill/>
          <a:ln>
            <a:noFill/>
          </a:ln>
        </p:spPr>
      </p:sp>
      <p:sp>
        <p:nvSpPr>
          <p:cNvPr id="385" name="Google Shape;385;p43"/>
          <p:cNvSpPr txBox="1"/>
          <p:nvPr>
            <p:ph idx="1" type="body"/>
          </p:nvPr>
        </p:nvSpPr>
        <p:spPr>
          <a:xfrm>
            <a:off x="4975925" y="4125662"/>
            <a:ext cx="3783600" cy="461700"/>
          </a:xfrm>
          <a:prstGeom prst="rect">
            <a:avLst/>
          </a:prstGeom>
          <a:noFill/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86" name="Google Shape;386;p4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7" name="Google Shape;387;p43"/>
          <p:cNvSpPr txBox="1"/>
          <p:nvPr>
            <p:ph idx="3" type="body"/>
          </p:nvPr>
        </p:nvSpPr>
        <p:spPr>
          <a:xfrm>
            <a:off x="4975925" y="1943891"/>
            <a:ext cx="3783600" cy="1243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388" name="Google Shape;388;p43"/>
          <p:cNvSpPr txBox="1"/>
          <p:nvPr>
            <p:ph idx="4" type="subTitle"/>
          </p:nvPr>
        </p:nvSpPr>
        <p:spPr>
          <a:xfrm>
            <a:off x="4975925" y="732775"/>
            <a:ext cx="37836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89" name="Google Shape;389;p43"/>
          <p:cNvSpPr txBox="1"/>
          <p:nvPr>
            <p:ph idx="5" type="subTitle"/>
          </p:nvPr>
        </p:nvSpPr>
        <p:spPr>
          <a:xfrm>
            <a:off x="4975925" y="1647132"/>
            <a:ext cx="3783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90" name="Google Shape;390;p43"/>
          <p:cNvSpPr txBox="1"/>
          <p:nvPr>
            <p:ph idx="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r chart background">
  <p:cSld name="CUSTOM_8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2" name="Google Shape;392;p44"/>
          <p:cNvGrpSpPr/>
          <p:nvPr/>
        </p:nvGrpSpPr>
        <p:grpSpPr>
          <a:xfrm>
            <a:off x="49" y="514398"/>
            <a:ext cx="9144297" cy="4115162"/>
            <a:chOff x="-18500" y="514395"/>
            <a:chExt cx="9219900" cy="4115162"/>
          </a:xfrm>
        </p:grpSpPr>
        <p:cxnSp>
          <p:nvCxnSpPr>
            <p:cNvPr id="393" name="Google Shape;393;p44"/>
            <p:cNvCxnSpPr/>
            <p:nvPr/>
          </p:nvCxnSpPr>
          <p:spPr>
            <a:xfrm>
              <a:off x="-18500" y="1028790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4" name="Google Shape;394;p44"/>
            <p:cNvCxnSpPr/>
            <p:nvPr/>
          </p:nvCxnSpPr>
          <p:spPr>
            <a:xfrm>
              <a:off x="-18500" y="462955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5" name="Google Shape;395;p44"/>
            <p:cNvCxnSpPr/>
            <p:nvPr/>
          </p:nvCxnSpPr>
          <p:spPr>
            <a:xfrm>
              <a:off x="-18500" y="4115162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6" name="Google Shape;396;p44"/>
            <p:cNvCxnSpPr/>
            <p:nvPr/>
          </p:nvCxnSpPr>
          <p:spPr>
            <a:xfrm>
              <a:off x="-18500" y="360076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7" name="Google Shape;397;p44"/>
            <p:cNvCxnSpPr/>
            <p:nvPr/>
          </p:nvCxnSpPr>
          <p:spPr>
            <a:xfrm>
              <a:off x="-18500" y="308637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8" name="Google Shape;398;p44"/>
            <p:cNvCxnSpPr/>
            <p:nvPr/>
          </p:nvCxnSpPr>
          <p:spPr>
            <a:xfrm>
              <a:off x="-18500" y="257197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9" name="Google Shape;399;p44"/>
            <p:cNvCxnSpPr/>
            <p:nvPr/>
          </p:nvCxnSpPr>
          <p:spPr>
            <a:xfrm>
              <a:off x="-18500" y="205758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0" name="Google Shape;400;p44"/>
            <p:cNvCxnSpPr/>
            <p:nvPr/>
          </p:nvCxnSpPr>
          <p:spPr>
            <a:xfrm>
              <a:off x="-18500" y="154318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1" name="Google Shape;401;p44"/>
            <p:cNvCxnSpPr/>
            <p:nvPr/>
          </p:nvCxnSpPr>
          <p:spPr>
            <a:xfrm>
              <a:off x="-18500" y="514395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02" name="Google Shape;402;p4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3" name="Google Shape;403;p4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4" name="Google Shape;404;p44"/>
          <p:cNvSpPr txBox="1"/>
          <p:nvPr>
            <p:ph idx="2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>
  <p:cSld name="CUSTOM_8_1">
    <p:bg>
      <p:bgPr>
        <a:solidFill>
          <a:schemeClr val="accent2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5"/>
          <p:cNvSpPr/>
          <p:nvPr/>
        </p:nvSpPr>
        <p:spPr>
          <a:xfrm>
            <a:off x="50" y="-300"/>
            <a:ext cx="67089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7" name="Google Shape;407;p45"/>
          <p:cNvSpPr txBox="1"/>
          <p:nvPr>
            <p:ph type="title"/>
          </p:nvPr>
        </p:nvSpPr>
        <p:spPr>
          <a:xfrm>
            <a:off x="451472" y="2024100"/>
            <a:ext cx="4163100" cy="137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8" name="Google Shape;408;p45"/>
          <p:cNvSpPr txBox="1"/>
          <p:nvPr>
            <p:ph idx="1" type="subTitle"/>
          </p:nvPr>
        </p:nvSpPr>
        <p:spPr>
          <a:xfrm>
            <a:off x="451475" y="3776250"/>
            <a:ext cx="4163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11" name="Google Shape;411;p4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6" name="Google Shape;416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9" name="Google Shape;419;p4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0" name="Google Shape;420;p4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5" name="Google Shape;425;p5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0" name="Google Shape;430;p5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1" name="Google Shape;431;p5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6" name="Google Shape;436;p5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0" name="Google Shape;440;p5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1" name="Google Shape;441;p5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2" name="Google Shape;442;p5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3" name="Google Shape;443;p5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4" name="Google Shape;444;p5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5" name="Google Shape;445;p5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8" name="Google Shape;448;p5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9" name="Google Shape;449;p5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5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2" name="Google Shape;452;p5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3" name="Google Shape;453;p5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4" name="Google Shape;454;p5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5" name="Google Shape;455;p5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8" name="Google Shape;458;p6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9" name="Google Shape;459;p6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60" name="Google Shape;460;p6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1" name="Google Shape;461;p6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2" name="Google Shape;462;p6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3" name="Google Shape;463;p6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6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6" name="Google Shape;466;p6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7" name="Google Shape;467;p6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8" name="Google Shape;468;p6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9" name="Google Shape;469;p6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70" name="Google Shape;470;p6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1" name="Google Shape;471;p6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2" name="Google Shape;472;p6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3" name="Google Shape;473;p6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6" name="Google Shape;476;p6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79" name="Google Shape;479;p6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80" name="Google Shape;480;p6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81" name="Google Shape;481;p6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2" name="Google Shape;482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3" name="Google Shape;483;p6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84" name="Google Shape;484;p6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7" name="Google Shape;487;p6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88" name="Google Shape;488;p6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89" name="Google Shape;489;p6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90" name="Google Shape;490;p6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91" name="Google Shape;491;p6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92" name="Google Shape;492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3" name="Google Shape;493;p6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94" name="Google Shape;494;p6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95" name="Google Shape;495;p6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6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6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0" name="Google Shape;500;p6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1" name="Google Shape;501;p6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2" name="Google Shape;502;p6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3" name="Google Shape;503;p6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4" name="Google Shape;504;p6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5" name="Google Shape;505;p6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6" name="Google Shape;506;p6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7" name="Google Shape;507;p6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8" name="Google Shape;508;p6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1" Type="http://schemas.openxmlformats.org/officeDocument/2006/relationships/slideLayout" Target="../slideLayouts/slideLayout62.xml"/><Relationship Id="rId50" Type="http://schemas.openxmlformats.org/officeDocument/2006/relationships/slideLayout" Target="../slideLayouts/slideLayout61.xml"/><Relationship Id="rId53" Type="http://schemas.openxmlformats.org/officeDocument/2006/relationships/slideLayout" Target="../slideLayouts/slideLayout64.xml"/><Relationship Id="rId52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54" Type="http://schemas.openxmlformats.org/officeDocument/2006/relationships/theme" Target="../theme/theme2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361850" y="2004025"/>
            <a:ext cx="56274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438150" y="524575"/>
            <a:ext cx="5433000" cy="9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ewsreader"/>
              <a:buNone/>
              <a:defRPr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4700200" y="1614100"/>
            <a:ext cx="37566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  <p:sldLayoutId id="2147483708" r:id="rId50"/>
    <p:sldLayoutId id="2147483709" r:id="rId51"/>
    <p:sldLayoutId id="2147483710" r:id="rId52"/>
    <p:sldLayoutId id="2147483711" r:id="rId5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29">
          <p15:clr>
            <a:srgbClr val="E46962"/>
          </p15:clr>
        </p15:guide>
        <p15:guide id="2" orient="horz" pos="233">
          <p15:clr>
            <a:srgbClr val="E46962"/>
          </p15:clr>
        </p15:guide>
        <p15:guide id="3" orient="horz" pos="3011">
          <p15:clr>
            <a:srgbClr val="E46962"/>
          </p15:clr>
        </p15:guide>
        <p15:guide id="4" pos="2850">
          <p15:clr>
            <a:srgbClr val="E46962"/>
          </p15:clr>
        </p15:guide>
        <p15:guide id="5" pos="2910">
          <p15:clr>
            <a:srgbClr val="E46962"/>
          </p15:clr>
        </p15:guide>
        <p15:guide id="6" pos="1468">
          <p15:clr>
            <a:srgbClr val="E46962"/>
          </p15:clr>
        </p15:guide>
        <p15:guide id="7" pos="1527">
          <p15:clr>
            <a:srgbClr val="E46962"/>
          </p15:clr>
        </p15:guide>
        <p15:guide id="8" pos="4226">
          <p15:clr>
            <a:srgbClr val="E46962"/>
          </p15:clr>
        </p15:guide>
        <p15:guide id="9" pos="4285">
          <p15:clr>
            <a:srgbClr val="E46962"/>
          </p15:clr>
        </p15:guide>
        <p15:guide id="10" pos="3773">
          <p15:clr>
            <a:srgbClr val="E46962"/>
          </p15:clr>
        </p15:guide>
        <p15:guide id="11" pos="3830">
          <p15:clr>
            <a:srgbClr val="E46962"/>
          </p15:clr>
        </p15:guide>
        <p15:guide id="12" pos="1930">
          <p15:clr>
            <a:srgbClr val="E46962"/>
          </p15:clr>
        </p15:guide>
        <p15:guide id="13" pos="1987">
          <p15:clr>
            <a:srgbClr val="E46962"/>
          </p15:clr>
        </p15:guide>
        <p15:guide id="14" orient="horz" pos="2867">
          <p15:clr>
            <a:srgbClr val="E46962"/>
          </p15:clr>
        </p15:guide>
        <p15:guide id="15" orient="horz" pos="1135">
          <p15:clr>
            <a:srgbClr val="E46962"/>
          </p15:clr>
        </p15:guide>
        <p15:guide id="16" orient="horz" pos="1194">
          <p15:clr>
            <a:srgbClr val="E46962"/>
          </p15:clr>
        </p15:guide>
        <p15:guide id="17" orient="horz" pos="2043">
          <p15:clr>
            <a:srgbClr val="E46962"/>
          </p15:clr>
        </p15:guide>
        <p15:guide id="18" orient="horz" pos="2103">
          <p15:clr>
            <a:srgbClr val="E46962"/>
          </p15:clr>
        </p15:guide>
        <p15:guide id="19" pos="228">
          <p15:clr>
            <a:srgbClr val="E46962"/>
          </p15:clr>
        </p15:guide>
        <p15:guide id="20" orient="horz" pos="67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hyperlink" Target="https://www.kaggle.com/datasets/atharvasoundankar/smart-farming-sensor-data-for-yield-prediction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67"/>
          <p:cNvSpPr txBox="1"/>
          <p:nvPr>
            <p:ph type="title"/>
          </p:nvPr>
        </p:nvSpPr>
        <p:spPr>
          <a:xfrm>
            <a:off x="361975" y="423047"/>
            <a:ext cx="3860100" cy="208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/>
              <a:t>SmartFarm: IoT &amp; Machine Learning for Farm Crop Yield Prediction</a:t>
            </a:r>
            <a:endParaRPr b="1" sz="3500"/>
          </a:p>
        </p:txBody>
      </p:sp>
      <p:sp>
        <p:nvSpPr>
          <p:cNvPr id="514" name="Google Shape;514;p67"/>
          <p:cNvSpPr txBox="1"/>
          <p:nvPr>
            <p:ph idx="3" type="body"/>
          </p:nvPr>
        </p:nvSpPr>
        <p:spPr>
          <a:xfrm>
            <a:off x="128125" y="2940100"/>
            <a:ext cx="4327800" cy="96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DM Sans"/>
                <a:ea typeface="DM Sans"/>
                <a:cs typeface="DM Sans"/>
                <a:sym typeface="DM Sans"/>
              </a:rPr>
              <a:t>COMPE510 - Fall 2025</a:t>
            </a:r>
            <a:endParaRPr b="1" sz="16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DM Sans"/>
                <a:ea typeface="DM Sans"/>
                <a:cs typeface="DM Sans"/>
                <a:sym typeface="DM Sans"/>
              </a:rPr>
              <a:t>Undergraduate Team 3: Daniel Self, Ulises Urbina, Brandon Nguyen</a:t>
            </a:r>
            <a:endParaRPr b="1" sz="160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15" name="Google Shape;515;p67" title="pexels-kovyrina-1600139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999" y="0"/>
            <a:ext cx="457200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6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1" name="Google Shape;521;p68"/>
          <p:cNvSpPr txBox="1"/>
          <p:nvPr>
            <p:ph idx="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Newsreader"/>
                <a:ea typeface="Newsreader"/>
                <a:cs typeface="Newsreader"/>
                <a:sym typeface="Newsreader"/>
              </a:rPr>
              <a:t>Overview</a:t>
            </a:r>
            <a:endParaRPr/>
          </a:p>
        </p:txBody>
      </p:sp>
      <p:pic>
        <p:nvPicPr>
          <p:cNvPr descr="Farmer hold a smartphone on a background of a field with a pepper plantations. Agricultural startup. Automation and crop quality improvement. High technology, innovation. Scientific research. (Provided by Getty Images)" id="522" name="Google Shape;522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0"/>
            <a:ext cx="45719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68"/>
          <p:cNvSpPr txBox="1"/>
          <p:nvPr/>
        </p:nvSpPr>
        <p:spPr>
          <a:xfrm>
            <a:off x="162175" y="720625"/>
            <a:ext cx="4242600" cy="43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Problem: </a:t>
            </a:r>
            <a:endParaRPr b="1"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It is difficult for farmers to forecast how much crop yield will be produced when there are many factors affecting crop growth. </a:t>
            </a:r>
            <a:endParaRPr b="1"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Solution and Purpose: </a:t>
            </a:r>
            <a:endParaRPr b="1"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Collect data across a wide range of environments using IoT sensors and satellite data, and train a machine learning algorithm on that data to predict crop yield.</a:t>
            </a:r>
            <a:endParaRPr b="1"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Desired Outcome and Goals:</a:t>
            </a:r>
            <a:endParaRPr b="1"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-"/>
            </a:pP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 working predictive algorithm trained on </a:t>
            </a: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sensor and satellite data</a:t>
            </a:r>
            <a:endParaRPr b="1"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-"/>
            </a:pP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Functional web/GUI program for users to input their data </a:t>
            </a:r>
            <a:endParaRPr b="1"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-"/>
            </a:pP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Users will receive prediction results based on their data </a:t>
            </a:r>
            <a:endParaRPr b="1"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6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9" name="Google Shape;529;p69"/>
          <p:cNvSpPr txBox="1"/>
          <p:nvPr>
            <p:ph idx="6" type="subTitle"/>
          </p:nvPr>
        </p:nvSpPr>
        <p:spPr>
          <a:xfrm>
            <a:off x="227230" y="190329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Newsreader"/>
                <a:ea typeface="Newsreader"/>
                <a:cs typeface="Newsreader"/>
                <a:sym typeface="Newsreader"/>
              </a:rPr>
              <a:t>Resources</a:t>
            </a:r>
            <a:endParaRPr/>
          </a:p>
        </p:txBody>
      </p:sp>
      <p:pic>
        <p:nvPicPr>
          <p:cNvPr descr="field with young wheat sprouts, shot with shallow depth of field. (Provided by Getty Images)" id="530" name="Google Shape;530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7508" y="0"/>
            <a:ext cx="45719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69"/>
          <p:cNvSpPr txBox="1"/>
          <p:nvPr/>
        </p:nvSpPr>
        <p:spPr>
          <a:xfrm>
            <a:off x="181482" y="774320"/>
            <a:ext cx="4242600" cy="4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Main Data</a:t>
            </a: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sheet</a:t>
            </a: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endParaRPr b="1"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 u="sng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4"/>
              </a:rPr>
              <a:t>Smart Farming Sensor Data for Yield Prediction via Kaggle</a:t>
            </a:r>
            <a:endParaRPr b="1"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-"/>
            </a:pP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Data collected across multiple farms in countries like US, India, and Africa.</a:t>
            </a:r>
            <a:endParaRPr b="1"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-"/>
            </a:pP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IoT sensors and satellite data</a:t>
            </a:r>
            <a:endParaRPr b="1"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-"/>
            </a:pP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Predictive modeling using ML/AI</a:t>
            </a:r>
            <a:endParaRPr b="1"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-"/>
            </a:pP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Time-series analysis</a:t>
            </a:r>
            <a:endParaRPr b="1"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-"/>
            </a:pP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Sensor-based optimization</a:t>
            </a:r>
            <a:endParaRPr b="1"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-"/>
            </a:pP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Environmental data visualizations</a:t>
            </a:r>
            <a:endParaRPr b="1"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-"/>
            </a:pP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Crop health analytics</a:t>
            </a:r>
            <a:endParaRPr b="1"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7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7" name="Google Shape;537;p70"/>
          <p:cNvSpPr txBox="1"/>
          <p:nvPr>
            <p:ph idx="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Newsreader"/>
                <a:ea typeface="Newsreader"/>
                <a:cs typeface="Newsreader"/>
                <a:sym typeface="Newsreader"/>
              </a:rPr>
              <a:t>Planning</a:t>
            </a:r>
            <a:endParaRPr/>
          </a:p>
        </p:txBody>
      </p:sp>
      <p:pic>
        <p:nvPicPr>
          <p:cNvPr descr="Smart Farming. Farmer Uses Agro App on Tablet in Corn Field at Sunset. (Provided by Getty Images)" id="538" name="Google Shape;538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7162" y="0"/>
            <a:ext cx="45720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70"/>
          <p:cNvSpPr txBox="1"/>
          <p:nvPr/>
        </p:nvSpPr>
        <p:spPr>
          <a:xfrm>
            <a:off x="157650" y="914300"/>
            <a:ext cx="4242600" cy="4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Areas of Focus:</a:t>
            </a:r>
            <a:endParaRPr b="1"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-"/>
            </a:pP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Algorithm training/design, training our algorithm on the specific data parameters of the dataset</a:t>
            </a:r>
            <a:endParaRPr b="1"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-"/>
            </a:pP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Website/GUI design, buttons, fields, dropdown boxes for user to specify their new data, hosting</a:t>
            </a:r>
            <a:endParaRPr b="1"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-"/>
            </a:pP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User Results and output design, what kinds of predictions will users see? What suggestions will be made to them? Using algorithm to generate results</a:t>
            </a:r>
            <a:endParaRPr b="1"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-"/>
            </a:pP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Gradient Descent and Featured Normalization - We anticipate using similar to a  </a:t>
            </a: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linear</a:t>
            </a: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regression model </a:t>
            </a: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which utilizes gradient descent, optimized with featured normalization</a:t>
            </a:r>
            <a:endParaRPr b="1"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-"/>
            </a:pP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Distribution of Work: 3 Phases - Data Cleaning, Implementation, and Testing/Debugging</a:t>
            </a:r>
            <a:endParaRPr b="1"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7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5" name="Google Shape;545;p71"/>
          <p:cNvSpPr txBox="1"/>
          <p:nvPr>
            <p:ph idx="6" type="subTitle"/>
          </p:nvPr>
        </p:nvSpPr>
        <p:spPr>
          <a:xfrm>
            <a:off x="342150" y="418346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Newsreader"/>
                <a:ea typeface="Newsreader"/>
                <a:cs typeface="Newsreader"/>
                <a:sym typeface="Newsreader"/>
              </a:rPr>
              <a:t>Background and Preparation</a:t>
            </a:r>
            <a:endParaRPr/>
          </a:p>
        </p:txBody>
      </p:sp>
      <p:pic>
        <p:nvPicPr>
          <p:cNvPr descr="Summer day highlights the agricultural field, which is growing in neat rows, high, green, sweet corn (Provided by Getty Images)" id="546" name="Google Shape;546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7162" y="0"/>
            <a:ext cx="4572001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71"/>
          <p:cNvSpPr txBox="1"/>
          <p:nvPr/>
        </p:nvSpPr>
        <p:spPr>
          <a:xfrm>
            <a:off x="157650" y="1144000"/>
            <a:ext cx="4242600" cy="3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Background/Experience/Interests:</a:t>
            </a:r>
            <a:endParaRPr b="1"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-"/>
            </a:pP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HTML, CSS, Python, OOP, Statistics, MatLab, Datasets</a:t>
            </a:r>
            <a:endParaRPr b="1"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-"/>
            </a:pP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Farming, Embedded Systems, &amp; IoT</a:t>
            </a:r>
            <a:endParaRPr b="1"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Tools/Libraries/Techniques:</a:t>
            </a:r>
            <a:endParaRPr b="1"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-"/>
            </a:pP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MatLab, Python, HTML, CSS, VSCode, Github</a:t>
            </a:r>
            <a:endParaRPr b="1"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New Things To Be Learned:</a:t>
            </a:r>
            <a:endParaRPr b="1"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-"/>
            </a:pP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React.js, Farming yield suggestions</a:t>
            </a:r>
            <a:endParaRPr b="1"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-"/>
            </a:pP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Utilizing Sensors and </a:t>
            </a: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optimizing with</a:t>
            </a: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AI/ML</a:t>
            </a:r>
            <a:endParaRPr b="1"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-"/>
            </a:pP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Web hosting/deployment, Vercel</a:t>
            </a:r>
            <a:endParaRPr b="1"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usiness Plan Presentation">
  <a:themeElements>
    <a:clrScheme name="Simple Light">
      <a:dk1>
        <a:srgbClr val="F9F9F9"/>
      </a:dk1>
      <a:lt1>
        <a:srgbClr val="183C40"/>
      </a:lt1>
      <a:dk2>
        <a:srgbClr val="20494D"/>
      </a:dk2>
      <a:lt2>
        <a:srgbClr val="799DA7"/>
      </a:lt2>
      <a:accent1>
        <a:srgbClr val="B0D5CD"/>
      </a:accent1>
      <a:accent2>
        <a:srgbClr val="A6DAEA"/>
      </a:accent2>
      <a:accent3>
        <a:srgbClr val="B78D43"/>
      </a:accent3>
      <a:accent4>
        <a:srgbClr val="9AA864"/>
      </a:accent4>
      <a:accent5>
        <a:srgbClr val="426345"/>
      </a:accent5>
      <a:accent6>
        <a:srgbClr val="DCDCDC"/>
      </a:accent6>
      <a:hlink>
        <a:srgbClr val="B0D5C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